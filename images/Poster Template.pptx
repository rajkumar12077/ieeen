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"/>
  </p:notesMasterIdLst>
  <p:sldIdLst>
    <p:sldId id="257" r:id="rId2"/>
  </p:sldIdLst>
  <p:sldSz cx="43891200" cy="21945600"/>
  <p:notesSz cx="33162875" cy="249332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2194560" indent="-109728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4389120" indent="-219456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6583680" indent="-329184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8778240" indent="-438912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5486400" algn="l" defTabSz="219456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6583680" algn="l" defTabSz="219456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7680960" algn="l" defTabSz="219456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8778240" algn="l" defTabSz="219456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8386">
          <p15:clr>
            <a:srgbClr val="A4A3A4"/>
          </p15:clr>
        </p15:guide>
        <p15:guide id="2" pos="282">
          <p15:clr>
            <a:srgbClr val="A4A3A4"/>
          </p15:clr>
        </p15:guide>
        <p15:guide id="3" orient="horz" pos="13417">
          <p15:clr>
            <a:srgbClr val="A4A3A4"/>
          </p15:clr>
        </p15:guide>
        <p15:guide id="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3ACE"/>
    <a:srgbClr val="003698"/>
    <a:srgbClr val="00539B"/>
    <a:srgbClr val="B2C2E0"/>
    <a:srgbClr val="6686C1"/>
    <a:srgbClr val="0066FF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7053" autoAdjust="0"/>
    <p:restoredTop sz="99712" autoAdjust="0"/>
  </p:normalViewPr>
  <p:slideViewPr>
    <p:cSldViewPr snapToGrid="0">
      <p:cViewPr varScale="1">
        <p:scale>
          <a:sx n="26" d="100"/>
          <a:sy n="26" d="100"/>
        </p:scale>
        <p:origin x="787" y="96"/>
      </p:cViewPr>
      <p:guideLst>
        <p:guide orient="horz" pos="8386"/>
        <p:guide pos="282"/>
        <p:guide orient="horz" pos="13417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14372844" cy="1247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30111" tIns="165055" rIns="330111" bIns="165055" numCol="1" anchor="t" anchorCtr="0" compatLnSpc="1">
            <a:prstTxWarp prst="textNoShape">
              <a:avLst/>
            </a:prstTxWarp>
          </a:bodyPr>
          <a:lstStyle>
            <a:lvl1pPr algn="l" defTabSz="3302587" eaLnBrk="1" hangingPunct="1">
              <a:defRPr sz="4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8784371" y="0"/>
            <a:ext cx="14372844" cy="1247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30111" tIns="165055" rIns="330111" bIns="165055" numCol="1" anchor="t" anchorCtr="0" compatLnSpc="1">
            <a:prstTxWarp prst="textNoShape">
              <a:avLst/>
            </a:prstTxWarp>
          </a:bodyPr>
          <a:lstStyle>
            <a:lvl1pPr algn="r" defTabSz="3302587" eaLnBrk="1" hangingPunct="1">
              <a:defRPr sz="4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31063" y="1868488"/>
            <a:ext cx="18700750" cy="9350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318553" y="11845566"/>
            <a:ext cx="26525770" cy="11218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30111" tIns="165055" rIns="330111" bIns="1650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23679836"/>
            <a:ext cx="14372844" cy="1247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30111" tIns="165055" rIns="330111" bIns="165055" numCol="1" anchor="b" anchorCtr="0" compatLnSpc="1">
            <a:prstTxWarp prst="textNoShape">
              <a:avLst/>
            </a:prstTxWarp>
          </a:bodyPr>
          <a:lstStyle>
            <a:lvl1pPr algn="l" defTabSz="3302587" eaLnBrk="1" hangingPunct="1">
              <a:defRPr sz="4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8784371" y="23679836"/>
            <a:ext cx="14372844" cy="1247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30111" tIns="165055" rIns="330111" bIns="165055" numCol="1" anchor="b" anchorCtr="0" compatLnSpc="1">
            <a:prstTxWarp prst="textNoShape">
              <a:avLst/>
            </a:prstTxWarp>
          </a:bodyPr>
          <a:lstStyle>
            <a:lvl1pPr algn="r" defTabSz="3297233" eaLnBrk="1" hangingPunct="1">
              <a:defRPr sz="4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195656D-EE51-461B-BB77-BE734FFD43B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170160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Arial" charset="0"/>
        <a:ea typeface="+mn-ea"/>
        <a:cs typeface="+mn-cs"/>
      </a:defRPr>
    </a:lvl1pPr>
    <a:lvl2pPr marL="2194560" algn="l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Arial" charset="0"/>
        <a:ea typeface="+mn-ea"/>
        <a:cs typeface="+mn-cs"/>
      </a:defRPr>
    </a:lvl2pPr>
    <a:lvl3pPr marL="4389120" algn="l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Arial" charset="0"/>
        <a:ea typeface="+mn-ea"/>
        <a:cs typeface="+mn-cs"/>
      </a:defRPr>
    </a:lvl3pPr>
    <a:lvl4pPr marL="6583680" algn="l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Arial" charset="0"/>
        <a:ea typeface="+mn-ea"/>
        <a:cs typeface="+mn-cs"/>
      </a:defRPr>
    </a:lvl4pPr>
    <a:lvl5pPr marL="8778240" algn="l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Arial" charset="0"/>
        <a:ea typeface="+mn-ea"/>
        <a:cs typeface="+mn-cs"/>
      </a:defRPr>
    </a:lvl5pPr>
    <a:lvl6pPr marL="1097280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3297233">
              <a:spcBef>
                <a:spcPct val="30000"/>
              </a:spcBef>
              <a:defRPr sz="8600">
                <a:solidFill>
                  <a:schemeClr val="tx1"/>
                </a:solidFill>
                <a:latin typeface="Arial" pitchFamily="34" charset="0"/>
              </a:defRPr>
            </a:lvl1pPr>
            <a:lvl2pPr marL="2629869" indent="-1012359" defTabSz="3297233">
              <a:spcBef>
                <a:spcPct val="30000"/>
              </a:spcBef>
              <a:defRPr sz="8600">
                <a:solidFill>
                  <a:schemeClr val="tx1"/>
                </a:solidFill>
                <a:latin typeface="Arial" pitchFamily="34" charset="0"/>
              </a:defRPr>
            </a:lvl2pPr>
            <a:lvl3pPr marL="4049429" indent="-808757" defTabSz="3297233">
              <a:spcBef>
                <a:spcPct val="30000"/>
              </a:spcBef>
              <a:defRPr sz="8600">
                <a:solidFill>
                  <a:schemeClr val="tx1"/>
                </a:solidFill>
                <a:latin typeface="Arial" pitchFamily="34" charset="0"/>
              </a:defRPr>
            </a:lvl3pPr>
            <a:lvl4pPr marL="5666939" indent="-808757" defTabSz="3297233">
              <a:spcBef>
                <a:spcPct val="30000"/>
              </a:spcBef>
              <a:defRPr sz="8600">
                <a:solidFill>
                  <a:schemeClr val="tx1"/>
                </a:solidFill>
                <a:latin typeface="Arial" pitchFamily="34" charset="0"/>
              </a:defRPr>
            </a:lvl4pPr>
            <a:lvl5pPr marL="7290106" indent="-808757" defTabSz="3297233">
              <a:spcBef>
                <a:spcPct val="30000"/>
              </a:spcBef>
              <a:defRPr sz="8600">
                <a:solidFill>
                  <a:schemeClr val="tx1"/>
                </a:solidFill>
                <a:latin typeface="Arial" pitchFamily="34" charset="0"/>
              </a:defRPr>
            </a:lvl5pPr>
            <a:lvl6pPr marL="8918926" indent="-808757" defTabSz="3297233" eaLnBrk="0" fontAlgn="base" hangingPunct="0">
              <a:spcBef>
                <a:spcPct val="3000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pitchFamily="34" charset="0"/>
              </a:defRPr>
            </a:lvl6pPr>
            <a:lvl7pPr marL="10547747" indent="-808757" defTabSz="3297233" eaLnBrk="0" fontAlgn="base" hangingPunct="0">
              <a:spcBef>
                <a:spcPct val="3000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pitchFamily="34" charset="0"/>
              </a:defRPr>
            </a:lvl7pPr>
            <a:lvl8pPr marL="12176568" indent="-808757" defTabSz="3297233" eaLnBrk="0" fontAlgn="base" hangingPunct="0">
              <a:spcBef>
                <a:spcPct val="3000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pitchFamily="34" charset="0"/>
              </a:defRPr>
            </a:lvl8pPr>
            <a:lvl9pPr marL="13805389" indent="-808757" defTabSz="3297233" eaLnBrk="0" fontAlgn="base" hangingPunct="0">
              <a:spcBef>
                <a:spcPct val="3000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</a:pPr>
            <a:fld id="{CD18FB05-174D-4FE4-8E69-A004EAB7D7CE}" type="slidenum">
              <a:rPr lang="en-US" altLang="en-US" sz="4300" smtClean="0">
                <a:cs typeface="Arial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4300" dirty="0" smtClean="0">
              <a:cs typeface="Arial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231063" y="1868488"/>
            <a:ext cx="18700750" cy="9350375"/>
          </a:xfrm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027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6817371"/>
            <a:ext cx="37307520" cy="4704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2435840"/>
            <a:ext cx="30723840" cy="5608320"/>
          </a:xfrm>
        </p:spPr>
        <p:txBody>
          <a:bodyPr/>
          <a:lstStyle>
            <a:lvl1pPr marL="0" indent="0" algn="ctr">
              <a:buNone/>
              <a:defRPr/>
            </a:lvl1pPr>
            <a:lvl2pPr marL="2194560" indent="0" algn="ctr">
              <a:buNone/>
              <a:defRPr/>
            </a:lvl2pPr>
            <a:lvl3pPr marL="4389120" indent="0" algn="ctr">
              <a:buNone/>
              <a:defRPr/>
            </a:lvl3pPr>
            <a:lvl4pPr marL="6583680" indent="0" algn="ctr">
              <a:buNone/>
              <a:defRPr/>
            </a:lvl4pPr>
            <a:lvl5pPr marL="8778240" indent="0" algn="ctr">
              <a:buNone/>
              <a:defRPr/>
            </a:lvl5pPr>
            <a:lvl6pPr marL="10972800" indent="0" algn="ctr">
              <a:buNone/>
              <a:defRPr/>
            </a:lvl6pPr>
            <a:lvl7pPr marL="13167360" indent="0" algn="ctr">
              <a:buNone/>
              <a:defRPr/>
            </a:lvl7pPr>
            <a:lvl8pPr marL="15361920" indent="0" algn="ctr">
              <a:buNone/>
              <a:defRPr/>
            </a:lvl8pPr>
            <a:lvl9pPr marL="1755648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Page </a:t>
            </a:r>
            <a:fld id="{3B12248F-9884-4384-ACE8-F57D1FEC47D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86237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812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7" y="14102091"/>
            <a:ext cx="37307520" cy="4358640"/>
          </a:xfrm>
        </p:spPr>
        <p:txBody>
          <a:bodyPr/>
          <a:lstStyle>
            <a:lvl1pPr algn="l">
              <a:defRPr sz="192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7" y="9301484"/>
            <a:ext cx="37307520" cy="4800599"/>
          </a:xfrm>
        </p:spPr>
        <p:txBody>
          <a:bodyPr anchor="b"/>
          <a:lstStyle>
            <a:lvl1pPr marL="0" indent="0">
              <a:buNone/>
              <a:defRPr sz="9600"/>
            </a:lvl1pPr>
            <a:lvl2pPr marL="2194560" indent="0">
              <a:buNone/>
              <a:defRPr sz="8600"/>
            </a:lvl2pPr>
            <a:lvl3pPr marL="4389120" indent="0">
              <a:buNone/>
              <a:defRPr sz="7700"/>
            </a:lvl3pPr>
            <a:lvl4pPr marL="6583680" indent="0">
              <a:buNone/>
              <a:defRPr sz="6700"/>
            </a:lvl4pPr>
            <a:lvl5pPr marL="8778240" indent="0">
              <a:buNone/>
              <a:defRPr sz="6700"/>
            </a:lvl5pPr>
            <a:lvl6pPr marL="10972800" indent="0">
              <a:buNone/>
              <a:defRPr sz="6700"/>
            </a:lvl6pPr>
            <a:lvl7pPr marL="13167360" indent="0">
              <a:buNone/>
              <a:defRPr sz="6700"/>
            </a:lvl7pPr>
            <a:lvl8pPr marL="15361920" indent="0">
              <a:buNone/>
              <a:defRPr sz="6700"/>
            </a:lvl8pPr>
            <a:lvl9pPr marL="17556480" indent="0">
              <a:buNone/>
              <a:defRPr sz="6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Page </a:t>
            </a:r>
            <a:fld id="{8CE6D985-BA04-4FA4-A67F-E0044AD635C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52959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0" y="4876800"/>
            <a:ext cx="17922240" cy="14142720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140160" y="4876800"/>
            <a:ext cx="17922240" cy="14142720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Page </a:t>
            </a:r>
            <a:fld id="{303D5B34-8249-4AEE-AA6D-18F5DF3DCFE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96674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0" y="878841"/>
            <a:ext cx="39502080" cy="3657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3" y="4912362"/>
            <a:ext cx="19392907" cy="2047239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3" y="6959601"/>
            <a:ext cx="19392907" cy="12644121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7" y="4912362"/>
            <a:ext cx="19400520" cy="2047239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7" y="6959601"/>
            <a:ext cx="19400520" cy="12644121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Page </a:t>
            </a:r>
            <a:fld id="{306A48B0-C0A0-4C89-8E53-10A89094490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98942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Page </a:t>
            </a:r>
            <a:fld id="{E8B64278-45A0-4E17-AECC-A8FF9037C7D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85516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Page </a:t>
            </a:r>
            <a:fld id="{242984FD-DDDC-4966-8D72-10EB702452E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90430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873760"/>
            <a:ext cx="14439907" cy="3718560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873773"/>
            <a:ext cx="24536400" cy="18729961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4592333"/>
            <a:ext cx="14439907" cy="15011401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Page </a:t>
            </a:r>
            <a:fld id="{0831B662-2613-481F-939D-F9C36E59EAF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51548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7" y="15361921"/>
            <a:ext cx="26334720" cy="1813561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7" y="1960880"/>
            <a:ext cx="26334720" cy="13167360"/>
          </a:xfrm>
        </p:spPr>
        <p:txBody>
          <a:bodyPr/>
          <a:lstStyle>
            <a:lvl1pPr marL="0" indent="0">
              <a:buNone/>
              <a:defRPr sz="15400"/>
            </a:lvl1pPr>
            <a:lvl2pPr marL="2194560" indent="0">
              <a:buNone/>
              <a:defRPr sz="13400"/>
            </a:lvl2pPr>
            <a:lvl3pPr marL="4389120" indent="0">
              <a:buNone/>
              <a:defRPr sz="1150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7" y="17175482"/>
            <a:ext cx="26334720" cy="2575559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Page </a:t>
            </a:r>
            <a:fld id="{E0857556-E642-44AD-A253-A446E683056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09739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Page </a:t>
            </a:r>
            <a:fld id="{1847DEB7-F8A2-430C-B4FF-9C873E031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54472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79367" y="1844054"/>
            <a:ext cx="9159240" cy="171754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86400" y="1844054"/>
            <a:ext cx="26761440" cy="1717547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Page </a:t>
            </a:r>
            <a:fld id="{624C63A0-F77A-407C-A75C-8A96B44AA05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81178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3" descr="standard_ppt_19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11" y="1"/>
            <a:ext cx="43895011" cy="23413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5562600" y="1844041"/>
            <a:ext cx="36576000" cy="2545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4342" tIns="213360" rIns="434342" bIns="2133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86400" y="4876800"/>
            <a:ext cx="36576000" cy="14142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4342" tIns="213360" rIns="434342" bIns="2133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9" name="Rectangle 9"/>
          <p:cNvSpPr>
            <a:spLocks noChangeArrowheads="1"/>
          </p:cNvSpPr>
          <p:nvPr/>
        </p:nvSpPr>
        <p:spPr bwMode="auto">
          <a:xfrm>
            <a:off x="4" y="3266440"/>
            <a:ext cx="880111" cy="294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38912" tIns="219456" rIns="438912" bIns="219456" anchor="ctr"/>
          <a:lstStyle>
            <a:lvl1pPr>
              <a:defRPr sz="9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defRPr/>
            </a:pPr>
            <a:endParaRPr lang="en-US" altLang="en-US" dirty="0" smtClean="0">
              <a:cs typeface="+mn-cs"/>
            </a:endParaRPr>
          </a:p>
        </p:txBody>
      </p:sp>
      <p:sp>
        <p:nvSpPr>
          <p:cNvPr id="1030" name="Rectangle 10"/>
          <p:cNvSpPr>
            <a:spLocks noChangeArrowheads="1"/>
          </p:cNvSpPr>
          <p:nvPr/>
        </p:nvSpPr>
        <p:spPr bwMode="auto">
          <a:xfrm>
            <a:off x="365760" y="1071880"/>
            <a:ext cx="5425440" cy="2245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38912" tIns="219456" rIns="438912" bIns="219456" anchor="ctr"/>
          <a:lstStyle>
            <a:lvl1pPr>
              <a:defRPr sz="9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defRPr/>
            </a:pPr>
            <a:endParaRPr lang="en-US" altLang="en-US" dirty="0" smtClean="0">
              <a:cs typeface="+mn-cs"/>
            </a:endParaRPr>
          </a:p>
        </p:txBody>
      </p:sp>
      <p:sp>
        <p:nvSpPr>
          <p:cNvPr id="4110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994600" y="19994880"/>
            <a:ext cx="9144000" cy="1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8912" tIns="219456" rIns="438912" bIns="219456" numCol="1" anchor="t" anchorCtr="0" compatLnSpc="1">
            <a:prstTxWarp prst="textNoShape">
              <a:avLst/>
            </a:prstTxWarp>
          </a:bodyPr>
          <a:lstStyle>
            <a:lvl1pPr algn="r">
              <a:defRPr sz="67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r>
              <a:rPr lang="en-US" altLang="en-US" dirty="0"/>
              <a:t>Page </a:t>
            </a:r>
            <a:fld id="{DD4BE6BA-3C34-42C2-A904-15CED5BD6AC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70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15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15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15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15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1500" b="1">
          <a:solidFill>
            <a:schemeClr val="tx2"/>
          </a:solidFill>
          <a:latin typeface="Arial" charset="0"/>
        </a:defRPr>
      </a:lvl5pPr>
      <a:lvl6pPr marL="2194560" algn="l" rtl="0" fontAlgn="base">
        <a:spcBef>
          <a:spcPct val="0"/>
        </a:spcBef>
        <a:spcAft>
          <a:spcPct val="0"/>
        </a:spcAft>
        <a:defRPr sz="11500" b="1">
          <a:solidFill>
            <a:schemeClr val="tx2"/>
          </a:solidFill>
          <a:latin typeface="Arial" charset="0"/>
        </a:defRPr>
      </a:lvl6pPr>
      <a:lvl7pPr marL="4389120" algn="l" rtl="0" fontAlgn="base">
        <a:spcBef>
          <a:spcPct val="0"/>
        </a:spcBef>
        <a:spcAft>
          <a:spcPct val="0"/>
        </a:spcAft>
        <a:defRPr sz="11500" b="1">
          <a:solidFill>
            <a:schemeClr val="tx2"/>
          </a:solidFill>
          <a:latin typeface="Arial" charset="0"/>
        </a:defRPr>
      </a:lvl7pPr>
      <a:lvl8pPr marL="6583680" algn="l" rtl="0" fontAlgn="base">
        <a:spcBef>
          <a:spcPct val="0"/>
        </a:spcBef>
        <a:spcAft>
          <a:spcPct val="0"/>
        </a:spcAft>
        <a:defRPr sz="11500" b="1">
          <a:solidFill>
            <a:schemeClr val="tx2"/>
          </a:solidFill>
          <a:latin typeface="Arial" charset="0"/>
        </a:defRPr>
      </a:lvl8pPr>
      <a:lvl9pPr marL="8778240" algn="l" rtl="0" fontAlgn="base">
        <a:spcBef>
          <a:spcPct val="0"/>
        </a:spcBef>
        <a:spcAft>
          <a:spcPct val="0"/>
        </a:spcAft>
        <a:defRPr sz="11500" b="1">
          <a:solidFill>
            <a:schemeClr val="tx2"/>
          </a:solidFill>
          <a:latin typeface="Arial" charset="0"/>
        </a:defRPr>
      </a:lvl9pPr>
    </p:titleStyle>
    <p:bodyStyle>
      <a:lvl1pPr marL="1645920" indent="-1645920" algn="l" rtl="0" eaLnBrk="0" fontAlgn="base" hangingPunct="0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ea"/>
          <a:cs typeface="+mn-cs"/>
        </a:defRPr>
      </a:lvl1pPr>
      <a:lvl2pPr marL="3566160" indent="-1371600" algn="l" rtl="0" eaLnBrk="0" fontAlgn="base" hangingPunct="0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</a:defRPr>
      </a:lvl2pPr>
      <a:lvl3pPr marL="5486400" indent="-109728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7680960" indent="-1097280" algn="l" rtl="0" eaLnBrk="0" fontAlgn="base" hangingPunct="0">
        <a:spcBef>
          <a:spcPct val="20000"/>
        </a:spcBef>
        <a:spcAft>
          <a:spcPct val="0"/>
        </a:spcAft>
        <a:buChar char="–"/>
        <a:defRPr sz="7700">
          <a:solidFill>
            <a:schemeClr val="tx1"/>
          </a:solidFill>
          <a:latin typeface="+mn-lt"/>
        </a:defRPr>
      </a:lvl4pPr>
      <a:lvl5pPr marL="9875520" indent="-1097280" algn="l" rtl="0" eaLnBrk="0" fontAlgn="base" hangingPunct="0">
        <a:spcBef>
          <a:spcPct val="20000"/>
        </a:spcBef>
        <a:spcAft>
          <a:spcPct val="0"/>
        </a:spcAft>
        <a:buChar char="»"/>
        <a:defRPr sz="6700">
          <a:solidFill>
            <a:schemeClr val="tx1"/>
          </a:solidFill>
          <a:latin typeface="+mn-lt"/>
        </a:defRPr>
      </a:lvl5pPr>
      <a:lvl6pPr marL="12070080" indent="-1097280" algn="l" rtl="0" fontAlgn="base">
        <a:spcBef>
          <a:spcPct val="20000"/>
        </a:spcBef>
        <a:spcAft>
          <a:spcPct val="0"/>
        </a:spcAft>
        <a:buChar char="»"/>
        <a:defRPr sz="6700">
          <a:solidFill>
            <a:schemeClr val="tx1"/>
          </a:solidFill>
          <a:latin typeface="+mn-lt"/>
        </a:defRPr>
      </a:lvl6pPr>
      <a:lvl7pPr marL="14264640" indent="-1097280" algn="l" rtl="0" fontAlgn="base">
        <a:spcBef>
          <a:spcPct val="20000"/>
        </a:spcBef>
        <a:spcAft>
          <a:spcPct val="0"/>
        </a:spcAft>
        <a:buChar char="»"/>
        <a:defRPr sz="6700">
          <a:solidFill>
            <a:schemeClr val="tx1"/>
          </a:solidFill>
          <a:latin typeface="+mn-lt"/>
        </a:defRPr>
      </a:lvl7pPr>
      <a:lvl8pPr marL="16459200" indent="-1097280" algn="l" rtl="0" fontAlgn="base">
        <a:spcBef>
          <a:spcPct val="20000"/>
        </a:spcBef>
        <a:spcAft>
          <a:spcPct val="0"/>
        </a:spcAft>
        <a:buChar char="»"/>
        <a:defRPr sz="6700">
          <a:solidFill>
            <a:schemeClr val="tx1"/>
          </a:solidFill>
          <a:latin typeface="+mn-lt"/>
        </a:defRPr>
      </a:lvl8pPr>
      <a:lvl9pPr marL="18653760" indent="-1097280" algn="l" rtl="0" fontAlgn="base">
        <a:spcBef>
          <a:spcPct val="20000"/>
        </a:spcBef>
        <a:spcAft>
          <a:spcPct val="0"/>
        </a:spcAft>
        <a:buChar char="»"/>
        <a:defRPr sz="67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318"/>
          <p:cNvSpPr txBox="1">
            <a:spLocks noChangeArrowheads="1"/>
          </p:cNvSpPr>
          <p:nvPr/>
        </p:nvSpPr>
        <p:spPr bwMode="auto">
          <a:xfrm>
            <a:off x="11855597" y="5554484"/>
            <a:ext cx="9601200" cy="830997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 defTabSz="3762375">
              <a:spcBef>
                <a:spcPct val="20000"/>
              </a:spcBef>
              <a:buChar char="•"/>
              <a:defRPr sz="4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3762375">
              <a:spcBef>
                <a:spcPct val="20000"/>
              </a:spcBef>
              <a:buChar char="–"/>
              <a:defRPr sz="4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3762375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37623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3762375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en-US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Placeholder 20"/>
          <p:cNvSpPr txBox="1">
            <a:spLocks/>
          </p:cNvSpPr>
          <p:nvPr/>
        </p:nvSpPr>
        <p:spPr>
          <a:xfrm>
            <a:off x="1252631" y="6633365"/>
            <a:ext cx="9601200" cy="76817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645920" indent="-164592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0" indent="-1371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9600">
                <a:solidFill>
                  <a:schemeClr val="tx1"/>
                </a:solidFill>
                <a:latin typeface="+mn-lt"/>
              </a:defRPr>
            </a:lvl2pPr>
            <a:lvl3pPr marL="548640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768096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7700">
                <a:solidFill>
                  <a:schemeClr val="tx1"/>
                </a:solidFill>
                <a:latin typeface="+mn-lt"/>
              </a:defRPr>
            </a:lvl4pPr>
            <a:lvl5pPr marL="987552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5pPr>
            <a:lvl6pPr marL="1207008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6pPr>
            <a:lvl7pPr marL="1426464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7pPr>
            <a:lvl8pPr marL="1645920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8pPr>
            <a:lvl9pPr marL="1865376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3200" kern="0">
                <a:latin typeface="Arial" panose="020B0604020202020204" pitchFamily="34" charset="0"/>
                <a:cs typeface="Arial" panose="020B0604020202020204" pitchFamily="34" charset="0"/>
              </a:rPr>
              <a:t>Copy or paste your text here.</a:t>
            </a:r>
            <a:endParaRPr lang="en-US" sz="32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Placeholder 20"/>
          <p:cNvSpPr txBox="1">
            <a:spLocks/>
          </p:cNvSpPr>
          <p:nvPr/>
        </p:nvSpPr>
        <p:spPr>
          <a:xfrm>
            <a:off x="1236079" y="16233114"/>
            <a:ext cx="9601200" cy="4735024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645920" indent="-164592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0" indent="-1371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9600">
                <a:solidFill>
                  <a:schemeClr val="tx1"/>
                </a:solidFill>
                <a:latin typeface="+mn-lt"/>
              </a:defRPr>
            </a:lvl2pPr>
            <a:lvl3pPr marL="548640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768096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7700">
                <a:solidFill>
                  <a:schemeClr val="tx1"/>
                </a:solidFill>
                <a:latin typeface="+mn-lt"/>
              </a:defRPr>
            </a:lvl4pPr>
            <a:lvl5pPr marL="987552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5pPr>
            <a:lvl6pPr marL="1207008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6pPr>
            <a:lvl7pPr marL="1426464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7pPr>
            <a:lvl8pPr marL="1645920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8pPr>
            <a:lvl9pPr marL="1865376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3200" kern="0">
                <a:latin typeface="Arial" panose="020B0604020202020204" pitchFamily="34" charset="0"/>
                <a:cs typeface="Arial" panose="020B0604020202020204" pitchFamily="34" charset="0"/>
              </a:rPr>
              <a:t>Copy or paste your text here.</a:t>
            </a:r>
          </a:p>
        </p:txBody>
      </p:sp>
      <p:sp>
        <p:nvSpPr>
          <p:cNvPr id="26" name="Text Placeholder 20"/>
          <p:cNvSpPr txBox="1">
            <a:spLocks/>
          </p:cNvSpPr>
          <p:nvPr/>
        </p:nvSpPr>
        <p:spPr>
          <a:xfrm>
            <a:off x="33121021" y="6651903"/>
            <a:ext cx="9601200" cy="514149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645920" indent="-164592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0" indent="-1371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9600">
                <a:solidFill>
                  <a:schemeClr val="tx1"/>
                </a:solidFill>
                <a:latin typeface="+mn-lt"/>
              </a:defRPr>
            </a:lvl2pPr>
            <a:lvl3pPr marL="548640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768096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7700">
                <a:solidFill>
                  <a:schemeClr val="tx1"/>
                </a:solidFill>
                <a:latin typeface="+mn-lt"/>
              </a:defRPr>
            </a:lvl4pPr>
            <a:lvl5pPr marL="987552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5pPr>
            <a:lvl6pPr marL="1207008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6pPr>
            <a:lvl7pPr marL="1426464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7pPr>
            <a:lvl8pPr marL="1645920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8pPr>
            <a:lvl9pPr marL="1865376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3200" kern="0" smtClean="0">
                <a:latin typeface="Arial" panose="020B0604020202020204" pitchFamily="34" charset="0"/>
                <a:cs typeface="Arial" panose="020B0604020202020204" pitchFamily="34" charset="0"/>
              </a:rPr>
              <a:t>Copy or paste your text here.</a:t>
            </a:r>
            <a:endParaRPr lang="en-US" sz="3200" ker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Placeholder 20"/>
          <p:cNvSpPr txBox="1">
            <a:spLocks/>
          </p:cNvSpPr>
          <p:nvPr/>
        </p:nvSpPr>
        <p:spPr>
          <a:xfrm>
            <a:off x="33126168" y="16345364"/>
            <a:ext cx="9601200" cy="452818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645920" indent="-164592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0" indent="-1371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9600">
                <a:solidFill>
                  <a:schemeClr val="tx1"/>
                </a:solidFill>
                <a:latin typeface="+mn-lt"/>
              </a:defRPr>
            </a:lvl2pPr>
            <a:lvl3pPr marL="548640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768096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7700">
                <a:solidFill>
                  <a:schemeClr val="tx1"/>
                </a:solidFill>
                <a:latin typeface="+mn-lt"/>
              </a:defRPr>
            </a:lvl4pPr>
            <a:lvl5pPr marL="987552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5pPr>
            <a:lvl6pPr marL="1207008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6pPr>
            <a:lvl7pPr marL="1426464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7pPr>
            <a:lvl8pPr marL="1645920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8pPr>
            <a:lvl9pPr marL="1865376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3200" ker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 or paste your text here.</a:t>
            </a:r>
            <a:endParaRPr lang="en-US" sz="32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Placeholder 20"/>
          <p:cNvSpPr txBox="1">
            <a:spLocks/>
          </p:cNvSpPr>
          <p:nvPr/>
        </p:nvSpPr>
        <p:spPr>
          <a:xfrm>
            <a:off x="11875900" y="6642371"/>
            <a:ext cx="9601200" cy="562320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645920" indent="-164592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0" indent="-1371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9600">
                <a:solidFill>
                  <a:schemeClr val="tx1"/>
                </a:solidFill>
                <a:latin typeface="+mn-lt"/>
              </a:defRPr>
            </a:lvl2pPr>
            <a:lvl3pPr marL="548640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768096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7700">
                <a:solidFill>
                  <a:schemeClr val="tx1"/>
                </a:solidFill>
                <a:latin typeface="+mn-lt"/>
              </a:defRPr>
            </a:lvl4pPr>
            <a:lvl5pPr marL="987552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5pPr>
            <a:lvl6pPr marL="1207008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6pPr>
            <a:lvl7pPr marL="1426464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7pPr>
            <a:lvl8pPr marL="1645920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8pPr>
            <a:lvl9pPr marL="1865376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3200" ker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 or paste your text here.</a:t>
            </a:r>
            <a:endParaRPr lang="en-US" sz="3200" ker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0" y="98096"/>
            <a:ext cx="43891200" cy="45720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30" name="Text Box 318"/>
          <p:cNvSpPr txBox="1">
            <a:spLocks noChangeArrowheads="1"/>
          </p:cNvSpPr>
          <p:nvPr/>
        </p:nvSpPr>
        <p:spPr bwMode="auto">
          <a:xfrm>
            <a:off x="581047" y="5405220"/>
            <a:ext cx="9601200" cy="830997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 defTabSz="3762375">
              <a:spcBef>
                <a:spcPct val="20000"/>
              </a:spcBef>
              <a:buChar char="•"/>
              <a:defRPr sz="4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3762375">
              <a:spcBef>
                <a:spcPct val="20000"/>
              </a:spcBef>
              <a:buChar char="–"/>
              <a:defRPr sz="4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3762375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37623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3762375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bg1"/>
                </a:solidFill>
              </a:rPr>
              <a:t>ABSTRACT</a:t>
            </a:r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36" name="Text Box 318"/>
          <p:cNvSpPr txBox="1">
            <a:spLocks noChangeArrowheads="1"/>
          </p:cNvSpPr>
          <p:nvPr/>
        </p:nvSpPr>
        <p:spPr bwMode="auto">
          <a:xfrm>
            <a:off x="870155" y="15163868"/>
            <a:ext cx="9601200" cy="830997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 defTabSz="3762375">
              <a:spcBef>
                <a:spcPct val="20000"/>
              </a:spcBef>
              <a:buChar char="•"/>
              <a:defRPr sz="4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3762375">
              <a:spcBef>
                <a:spcPct val="20000"/>
              </a:spcBef>
              <a:buChar char="–"/>
              <a:defRPr sz="4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3762375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37623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3762375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US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Box 318"/>
          <p:cNvSpPr txBox="1">
            <a:spLocks noChangeArrowheads="1"/>
          </p:cNvSpPr>
          <p:nvPr/>
        </p:nvSpPr>
        <p:spPr bwMode="auto">
          <a:xfrm>
            <a:off x="33113831" y="5554359"/>
            <a:ext cx="9601200" cy="830997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 defTabSz="3762375">
              <a:spcBef>
                <a:spcPct val="20000"/>
              </a:spcBef>
              <a:buChar char="•"/>
              <a:defRPr sz="4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3762375">
              <a:spcBef>
                <a:spcPct val="20000"/>
              </a:spcBef>
              <a:buChar char="–"/>
              <a:defRPr sz="4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3762375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37623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3762375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Box 318"/>
          <p:cNvSpPr txBox="1">
            <a:spLocks noChangeArrowheads="1"/>
          </p:cNvSpPr>
          <p:nvPr/>
        </p:nvSpPr>
        <p:spPr bwMode="auto">
          <a:xfrm>
            <a:off x="33103869" y="15279930"/>
            <a:ext cx="9601200" cy="830997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 defTabSz="3762375">
              <a:spcBef>
                <a:spcPct val="20000"/>
              </a:spcBef>
              <a:buChar char="•"/>
              <a:defRPr sz="4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3762375">
              <a:spcBef>
                <a:spcPct val="20000"/>
              </a:spcBef>
              <a:buChar char="–"/>
              <a:defRPr sz="4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3762375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37623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3762375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9817" y="15277792"/>
            <a:ext cx="9601200" cy="5701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Rectangle 43"/>
          <p:cNvSpPr/>
          <p:nvPr/>
        </p:nvSpPr>
        <p:spPr>
          <a:xfrm>
            <a:off x="3580168" y="324770"/>
            <a:ext cx="37106942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8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THIAGARAJAR COLLEGE OF </a:t>
            </a:r>
            <a:r>
              <a:rPr lang="en-US" altLang="en-US" sz="8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</a:t>
            </a:r>
            <a:endParaRPr lang="en-US" altLang="en-US" sz="8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4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en-US" alt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Sponsored</a:t>
            </a:r>
          </a:p>
          <a:p>
            <a:pPr algn="ctr"/>
            <a:r>
              <a:rPr lang="en-US" alt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SUSTAINABLE COMPUTING AND OPTIMIZED PRACTICES FOR </a:t>
            </a:r>
            <a:r>
              <a:rPr lang="en-US" altLang="en-US" sz="4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EXCELLENCE,</a:t>
            </a:r>
            <a:r>
              <a:rPr lang="en-US" alt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25</a:t>
            </a:r>
            <a:endParaRPr lang="en-US" alt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en-US" sz="8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Placeholder 20"/>
          <p:cNvSpPr txBox="1">
            <a:spLocks/>
          </p:cNvSpPr>
          <p:nvPr/>
        </p:nvSpPr>
        <p:spPr>
          <a:xfrm>
            <a:off x="5774644" y="3013507"/>
            <a:ext cx="31404912" cy="146470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645920" indent="-164592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0" indent="-1371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9600">
                <a:solidFill>
                  <a:schemeClr val="tx1"/>
                </a:solidFill>
                <a:latin typeface="+mn-lt"/>
              </a:defRPr>
            </a:lvl2pPr>
            <a:lvl3pPr marL="548640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768096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7700">
                <a:solidFill>
                  <a:schemeClr val="tx1"/>
                </a:solidFill>
                <a:latin typeface="+mn-lt"/>
              </a:defRPr>
            </a:lvl4pPr>
            <a:lvl5pPr marL="987552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5pPr>
            <a:lvl6pPr marL="1207008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6pPr>
            <a:lvl7pPr marL="1426464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7pPr>
            <a:lvl8pPr marL="1645920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8pPr>
            <a:lvl9pPr marL="1865376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en-US" sz="4800" b="1" kern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Authors Name and Affiliation</a:t>
            </a:r>
          </a:p>
          <a:p>
            <a:pPr marL="0" indent="0" algn="ctr">
              <a:buNone/>
            </a:pPr>
            <a:r>
              <a:rPr lang="en-US" sz="4800" b="1" kern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 18.12.25</a:t>
            </a:r>
            <a:endParaRPr lang="en-US" sz="4800" b="1" kern="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8" name="Picture 5" descr="G:\Client work\poster-templates\2000px-ScientificGraphSpeedVsTime.sv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3315" y="10186050"/>
            <a:ext cx="9601200" cy="70232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49" name="Text Box 318"/>
          <p:cNvSpPr txBox="1">
            <a:spLocks noChangeArrowheads="1"/>
          </p:cNvSpPr>
          <p:nvPr/>
        </p:nvSpPr>
        <p:spPr bwMode="auto">
          <a:xfrm>
            <a:off x="11857522" y="13140954"/>
            <a:ext cx="9601200" cy="830997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 defTabSz="3762375">
              <a:spcBef>
                <a:spcPct val="20000"/>
              </a:spcBef>
              <a:buChar char="•"/>
              <a:defRPr sz="4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3762375">
              <a:spcBef>
                <a:spcPct val="20000"/>
              </a:spcBef>
              <a:buChar char="–"/>
              <a:defRPr sz="4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3762375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37623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3762375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Placeholder 20"/>
          <p:cNvSpPr txBox="1">
            <a:spLocks/>
          </p:cNvSpPr>
          <p:nvPr/>
        </p:nvSpPr>
        <p:spPr>
          <a:xfrm>
            <a:off x="11866677" y="14228841"/>
            <a:ext cx="9601200" cy="292663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645920" indent="-164592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0" indent="-1371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9600">
                <a:solidFill>
                  <a:schemeClr val="tx1"/>
                </a:solidFill>
                <a:latin typeface="+mn-lt"/>
              </a:defRPr>
            </a:lvl2pPr>
            <a:lvl3pPr marL="548640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768096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7700">
                <a:solidFill>
                  <a:schemeClr val="tx1"/>
                </a:solidFill>
                <a:latin typeface="+mn-lt"/>
              </a:defRPr>
            </a:lvl4pPr>
            <a:lvl5pPr marL="987552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5pPr>
            <a:lvl6pPr marL="1207008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6pPr>
            <a:lvl7pPr marL="1426464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7pPr>
            <a:lvl8pPr marL="1645920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8pPr>
            <a:lvl9pPr marL="1865376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3200" ker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 or paste your text here.</a:t>
            </a:r>
            <a:endParaRPr lang="en-US" sz="3200" ker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Text Box 318"/>
          <p:cNvSpPr txBox="1">
            <a:spLocks noChangeArrowheads="1"/>
          </p:cNvSpPr>
          <p:nvPr/>
        </p:nvSpPr>
        <p:spPr bwMode="auto">
          <a:xfrm>
            <a:off x="22449680" y="5562506"/>
            <a:ext cx="9601200" cy="830997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 defTabSz="3762375">
              <a:spcBef>
                <a:spcPct val="20000"/>
              </a:spcBef>
              <a:buChar char="•"/>
              <a:defRPr sz="4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3762375">
              <a:spcBef>
                <a:spcPct val="20000"/>
              </a:spcBef>
              <a:buChar char="–"/>
              <a:defRPr sz="4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3762375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37623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3762375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Text Placeholder 20"/>
          <p:cNvSpPr txBox="1">
            <a:spLocks/>
          </p:cNvSpPr>
          <p:nvPr/>
        </p:nvSpPr>
        <p:spPr>
          <a:xfrm>
            <a:off x="22469983" y="6650394"/>
            <a:ext cx="9601200" cy="312422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645920" indent="-164592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0" indent="-1371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9600">
                <a:solidFill>
                  <a:schemeClr val="tx1"/>
                </a:solidFill>
                <a:latin typeface="+mn-lt"/>
              </a:defRPr>
            </a:lvl2pPr>
            <a:lvl3pPr marL="548640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768096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7700">
                <a:solidFill>
                  <a:schemeClr val="tx1"/>
                </a:solidFill>
                <a:latin typeface="+mn-lt"/>
              </a:defRPr>
            </a:lvl4pPr>
            <a:lvl5pPr marL="987552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5pPr>
            <a:lvl6pPr marL="1207008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6pPr>
            <a:lvl7pPr marL="1426464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7pPr>
            <a:lvl8pPr marL="1645920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8pPr>
            <a:lvl9pPr marL="1865376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3200" ker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 or paste your text here.</a:t>
            </a:r>
            <a:endParaRPr lang="en-US" sz="3200" ker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Text Placeholder 20"/>
          <p:cNvSpPr txBox="1">
            <a:spLocks/>
          </p:cNvSpPr>
          <p:nvPr/>
        </p:nvSpPr>
        <p:spPr>
          <a:xfrm>
            <a:off x="22496259" y="17491803"/>
            <a:ext cx="9601200" cy="353413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645920" indent="-164592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0" indent="-1371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9600">
                <a:solidFill>
                  <a:schemeClr val="tx1"/>
                </a:solidFill>
                <a:latin typeface="+mn-lt"/>
              </a:defRPr>
            </a:lvl2pPr>
            <a:lvl3pPr marL="548640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768096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7700">
                <a:solidFill>
                  <a:schemeClr val="tx1"/>
                </a:solidFill>
                <a:latin typeface="+mn-lt"/>
              </a:defRPr>
            </a:lvl4pPr>
            <a:lvl5pPr marL="9875520" indent="-109728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5pPr>
            <a:lvl6pPr marL="1207008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6pPr>
            <a:lvl7pPr marL="1426464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7pPr>
            <a:lvl8pPr marL="1645920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8pPr>
            <a:lvl9pPr marL="18653760" indent="-1097280" algn="l" rtl="0" fontAlgn="base">
              <a:spcBef>
                <a:spcPct val="20000"/>
              </a:spcBef>
              <a:spcAft>
                <a:spcPct val="0"/>
              </a:spcAft>
              <a:buChar char="»"/>
              <a:defRPr sz="67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3200" ker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 or paste your text here.</a:t>
            </a:r>
            <a:endParaRPr lang="en-US" sz="3200" ker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95" y="167757"/>
            <a:ext cx="3362632" cy="246326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21251" y="127553"/>
            <a:ext cx="3169949" cy="28322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699FF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699FF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1501</TotalTime>
  <Words>89</Words>
  <Application>Microsoft Office PowerPoint</Application>
  <PresentationFormat>Custom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Presentation</vt:lpstr>
    </vt:vector>
  </TitlesOfParts>
  <Company>Duke University Health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Headline Date</dc:title>
  <dc:creator>Jessica Schindhelm</dc:creator>
  <cp:lastModifiedBy>admin</cp:lastModifiedBy>
  <cp:revision>105</cp:revision>
  <cp:lastPrinted>2014-11-06T13:40:42Z</cp:lastPrinted>
  <dcterms:created xsi:type="dcterms:W3CDTF">2007-02-19T19:51:00Z</dcterms:created>
  <dcterms:modified xsi:type="dcterms:W3CDTF">2025-11-15T17:34:09Z</dcterms:modified>
</cp:coreProperties>
</file>